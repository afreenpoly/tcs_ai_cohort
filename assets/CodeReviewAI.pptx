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65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A61FA1E-7135-43C0-83C3-4D9B8F6F282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8"/>
            <p14:sldId id="269"/>
            <p14:sldId id="270"/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715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280160"/>
            <a:ext cx="822960" cy="822960"/>
          </a:xfrm>
          <a:prstGeom prst="ellipse">
            <a:avLst/>
          </a:prstGeom>
          <a:solidFill>
            <a:srgbClr val="2D2B55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/>
              <a:t>A\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-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CodeReview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Code Analysis · Security · Performance · Quality · Tests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8229600" cy="18288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Groq · FastAPI · React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code review falls short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46304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&amp; Inconsistent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828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reviewers miss patterns, fatigue sets in, and standards vary across team members.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4114800" cy="146304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063240"/>
            <a:ext cx="6400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Blind Spots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520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injections, weak hashing, hardcoded secrets — easy to miss without dedicated tooling.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4114800" cy="146304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371600"/>
            <a:ext cx="6400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53212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1828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loops, bad DB patterns, and memory leaks slip into production unnoticed.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063240"/>
            <a:ext cx="4114800" cy="146304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063240"/>
            <a:ext cx="6400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3212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Test Coverage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3520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edge cases and exception paths never get flagged during review.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5-agent pipeline — runs in parallel, delivers instant feedback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188720" cy="11887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258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029968" y="1828800"/>
            <a:ext cx="457200" cy="54864"/>
          </a:xfrm>
          <a:prstGeom prst="rect">
            <a:avLst/>
          </a:prstGeom>
          <a:solidFill>
            <a:srgbClr val="9CA3AF">
              <a:alpha val="60000"/>
            </a:srgbClr>
          </a:solidFill>
          <a:ln w="12700">
            <a:solidFill>
              <a:srgbClr val="9CA3A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95728" y="17190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▶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pastes code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editor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325880"/>
            <a:ext cx="1188720" cy="11887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0" y="13258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178808" y="1828800"/>
            <a:ext cx="457200" cy="54864"/>
          </a:xfrm>
          <a:prstGeom prst="rect">
            <a:avLst/>
          </a:prstGeom>
          <a:solidFill>
            <a:srgbClr val="9CA3AF">
              <a:alpha val="60000"/>
            </a:srgbClr>
          </a:solidFill>
          <a:ln w="12700">
            <a:solidFill>
              <a:srgbClr val="9CA3A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17190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1460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AI Agents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Perf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Tests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74920" y="1325880"/>
            <a:ext cx="1188720" cy="11887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13258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327648" y="1828800"/>
            <a:ext cx="457200" cy="54864"/>
          </a:xfrm>
          <a:prstGeom prst="rect">
            <a:avLst/>
          </a:prstGeom>
          <a:solidFill>
            <a:srgbClr val="9CA3AF">
              <a:alpha val="60000"/>
            </a:srgbClr>
          </a:solidFill>
          <a:ln w="12700">
            <a:solidFill>
              <a:srgbClr val="9CA3A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17190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▶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summary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priority fixes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1325880"/>
            <a:ext cx="1188720" cy="1188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23760" y="13258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1228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Code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228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Rewritten version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best practices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FastAPI (Python)  ·  React + Vite  ·  Groq LLaMA 3.3 70B  ·  Pydantic  ·  CORS Middleware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Review Agents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an LLM prompt specialist — returns structured JSON with score + issues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46304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685800" cy="685800"/>
          </a:xfrm>
          <a:prstGeom prst="ellipse">
            <a:avLst/>
          </a:prstGeom>
          <a:solidFill>
            <a:srgbClr val="16171D"/>
          </a:solidFill>
          <a:ln w="317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7335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481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8105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&amp; input validation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482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hashing (MD5, SHA-1)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secrets &amp; credentials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25237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error handling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114800" cy="146304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291840"/>
            <a:ext cx="685800" cy="685800"/>
          </a:xfrm>
          <a:prstGeom prst="ellipse">
            <a:avLst/>
          </a:prstGeom>
          <a:solidFill>
            <a:srgbClr val="16171D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27355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081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Analyzer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4107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space complexity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36484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loops &amp; N+1 queries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38862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41239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computations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371600"/>
            <a:ext cx="4114800" cy="146304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56048" y="1691640"/>
            <a:ext cx="685800" cy="685800"/>
          </a:xfrm>
          <a:prstGeom prst="ellipse">
            <a:avLst/>
          </a:prstGeom>
          <a:solidFill>
            <a:srgbClr val="16171D"/>
          </a:solidFill>
          <a:ln w="3175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67335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60720" y="1481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Judge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18105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20482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&amp; readability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22860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/ code duplication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25237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coverage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971800"/>
            <a:ext cx="4114800" cy="146304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56048" y="3291840"/>
            <a:ext cx="685800" cy="685800"/>
          </a:xfrm>
          <a:prstGeom prst="ellipse">
            <a:avLst/>
          </a:prstGeom>
          <a:solidFill>
            <a:srgbClr val="16171D"/>
          </a:solidFill>
          <a:ln w="3175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27355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🧪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60720" y="3081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Advisor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60720" y="34107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unit tests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36484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&amp; null cases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0" y="38862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gaps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60720" y="41239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 needs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5th agent synthesizes all reviews into an actionable deployment report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28016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75–100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or no issues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20240" cy="128016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37160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issues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1920240" cy="128016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371600"/>
            <a:ext cx="19202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25–49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issues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371600"/>
            <a:ext cx="1920240" cy="128016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371600"/>
            <a:ext cx="1920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372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deployable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Output Includes: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Overall score out of 100 — weighted across all four agents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36027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Deployment ready badge — yes or no, with justification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39593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Summary of major findings in plain language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Priority fixes list — top issues ranked by severity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46725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Cleaned &amp; rewritten code — following best practices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analysis runs — poor code vs refactored code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52044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Poor Code — Before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176272"/>
            <a:ext cx="3200400" cy="164592"/>
          </a:xfrm>
          <a:prstGeom prst="rect">
            <a:avLst/>
          </a:prstGeom>
          <a:solidFill>
            <a:srgbClr val="2A2A3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76272"/>
            <a:ext cx="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0752" y="21305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816352"/>
            <a:ext cx="3200400" cy="164592"/>
          </a:xfrm>
          <a:prstGeom prst="rect">
            <a:avLst/>
          </a:prstGeom>
          <a:solidFill>
            <a:srgbClr val="2A2A3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816352"/>
            <a:ext cx="800100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0752" y="27706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456432"/>
            <a:ext cx="3200400" cy="164592"/>
          </a:xfrm>
          <a:prstGeom prst="rect">
            <a:avLst/>
          </a:prstGeom>
          <a:solidFill>
            <a:srgbClr val="2A2A3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456432"/>
            <a:ext cx="800100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0752" y="34107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794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096512"/>
            <a:ext cx="3200400" cy="164592"/>
          </a:xfrm>
          <a:prstGeom prst="rect">
            <a:avLst/>
          </a:prstGeom>
          <a:solidFill>
            <a:srgbClr val="2A2A3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096512"/>
            <a:ext cx="800100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0752" y="40507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25 / 100  ·  Not Ready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280160"/>
            <a:ext cx="3931920" cy="352044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280160"/>
            <a:ext cx="39319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Refactored Code — After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2176272"/>
            <a:ext cx="3200400" cy="164592"/>
          </a:xfrm>
          <a:prstGeom prst="rect">
            <a:avLst/>
          </a:prstGeom>
          <a:solidFill>
            <a:srgbClr val="2A2A3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2176272"/>
            <a:ext cx="160020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28432" y="21305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2816352"/>
            <a:ext cx="3200400" cy="164592"/>
          </a:xfrm>
          <a:prstGeom prst="rect">
            <a:avLst/>
          </a:prstGeom>
          <a:solidFill>
            <a:srgbClr val="2A2A3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2816352"/>
            <a:ext cx="240030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28432" y="27706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3456432"/>
            <a:ext cx="3200400" cy="164592"/>
          </a:xfrm>
          <a:prstGeom prst="rect">
            <a:avLst/>
          </a:prstGeom>
          <a:solidFill>
            <a:srgbClr val="2A2A3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3456432"/>
            <a:ext cx="288036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28432" y="34107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3794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92040" y="4096512"/>
            <a:ext cx="3200400" cy="164592"/>
          </a:xfrm>
          <a:prstGeom prst="rect">
            <a:avLst/>
          </a:prstGeom>
          <a:solidFill>
            <a:srgbClr val="2A2A3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4096512"/>
            <a:ext cx="240030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28432" y="40507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73 / 100  ·  Approaching Ready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 — frontend ↔ API ↔ agents ↔ LLM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47472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17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(JSX)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41401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Plex Mono editor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9077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ring SVG charts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34015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loading state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89534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50/50 layout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5848" y="1371600"/>
            <a:ext cx="2651760" cy="347472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1371600"/>
            <a:ext cx="2651760" cy="4572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65576" y="1417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65576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/review endpoint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65576" y="241401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 calls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65576" y="29077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65576" y="34015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middleware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65576" y="389534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fallback results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54496" y="1371600"/>
            <a:ext cx="2651760" cy="347472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54496" y="1371600"/>
            <a:ext cx="2651760" cy="457200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1417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(Groq)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64224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model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64224" y="241401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JSON-only responses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64224" y="29077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(rate limits)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64224" y="34015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extract_json parser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64224" y="389534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scoring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55448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325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1325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LLM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specialist agents run against your code — each tuned for one domain, producing scored JSON output.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55848" y="1188720"/>
            <a:ext cx="2651760" cy="155448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1325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05656" y="1325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93008" y="16916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LPU hardware delivers LLaMA 3.3 70B responses in under 5 seconds per agent.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54496" y="1188720"/>
            <a:ext cx="2651760" cy="155448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91656" y="1325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04304" y="1325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Scoring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91656" y="16916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SVG score rings, color-coded labels, and a final verdict badge give immediate clarity.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2651760" cy="155448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108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♻️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07008" y="3108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Code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4747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agent rewrites your code following best practices — ready to copy and deploy.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55848" y="2971800"/>
            <a:ext cx="2651760" cy="155448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93008" y="3108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105656" y="3108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Retry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93008" y="34747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exponential backoff handles Groq free-tier limits gracefully with 3-retry logic.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54496" y="2971800"/>
            <a:ext cx="2651760" cy="1554480"/>
          </a:xfrm>
          <a:prstGeom prst="rect">
            <a:avLst/>
          </a:prstGeom>
          <a:solidFill>
            <a:srgbClr val="1C1D26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91656" y="3108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004304" y="3108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Config Deploy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91656" y="34747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Vite frontend — deployable on any cloud with a single .env for the API key.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-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Code You're</a:t>
            </a:r>
            <a:endParaRPr lang="en-US" sz="4800" dirty="0"/>
          </a:p>
          <a:p>
            <a:pPr marL="0" indent="0">
              <a:buNone/>
            </a:pPr>
            <a:r>
              <a:rPr lang="en-US" sz="4800" b="1" kern="0" spc="-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In.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CodeReview AI — because great code starts with great feedback.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7220" y="342900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2D2B55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7220" y="34290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17420" y="342900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2D2B55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17420" y="34290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17620" y="342900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2D2B55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7620" y="34290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17820" y="342900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2D2B55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7820" y="34290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AI Agents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18020" y="342900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2D2B55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18020" y="34290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20s review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F3EC5F1-AD08-AC18-F3FD-B902ABD42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11" y="402331"/>
            <a:ext cx="8709577" cy="433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542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15AA621-6D8B-8FB5-C424-95122CF41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" y="566270"/>
            <a:ext cx="8676640" cy="401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813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6C03E4-8EDF-87FB-6E2D-2E4254213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40" y="415040"/>
            <a:ext cx="8607920" cy="431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48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71D536-69C4-6D09-EAB6-572C50DCF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60" y="418223"/>
            <a:ext cx="8671280" cy="430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31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0CD32C-E454-D60B-6C50-B5C75CBA0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32" y="488580"/>
            <a:ext cx="8701936" cy="429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61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672</Words>
  <Application>Microsoft Office PowerPoint</Application>
  <PresentationFormat>On-screen Show (16:9)</PresentationFormat>
  <Paragraphs>164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CodeReview AI</dc:title>
  <dc:subject>PptxGenJS Presentation</dc:subject>
  <dc:creator>PptxGenJS</dc:creator>
  <cp:lastModifiedBy>Afreen Poly</cp:lastModifiedBy>
  <cp:revision>2</cp:revision>
  <dcterms:created xsi:type="dcterms:W3CDTF">2026-05-30T14:20:45Z</dcterms:created>
  <dcterms:modified xsi:type="dcterms:W3CDTF">2026-05-30T14:26:06Z</dcterms:modified>
</cp:coreProperties>
</file>